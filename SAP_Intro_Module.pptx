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360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558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887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6849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464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192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0111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59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425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354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612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12/30/2025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081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 descr="Blue blocks and networks technology background">
            <a:extLst>
              <a:ext uri="{FF2B5EF4-FFF2-40B4-BE49-F238E27FC236}">
                <a16:creationId xmlns:a16="http://schemas.microsoft.com/office/drawing/2014/main" id="{2B4606A1-15A7-EEFE-D2AE-A7841059ACB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b="-446"/>
          <a:stretch>
            <a:fillRect/>
          </a:stretch>
        </p:blipFill>
        <p:spPr>
          <a:xfrm>
            <a:off x="-2" y="-4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0C14EA5-1D4B-0133-45EB-01538A779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450592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SAP INTRO MODULE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86BF7-313F-EF6D-B3F6-9C706582C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52366" y="4017818"/>
            <a:ext cx="5040785" cy="1828799"/>
          </a:xfrm>
        </p:spPr>
        <p:txBody>
          <a:bodyPr anchor="b">
            <a:normAutofit/>
          </a:bodyPr>
          <a:lstStyle/>
          <a:p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209925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07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Bierstadt</vt:lpstr>
      <vt:lpstr>GestaltVTI</vt:lpstr>
      <vt:lpstr>SAP INTRO MODULE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 roshada</dc:creator>
  <cp:lastModifiedBy>anis roshada</cp:lastModifiedBy>
  <cp:revision>2</cp:revision>
  <dcterms:created xsi:type="dcterms:W3CDTF">2025-12-29T16:58:18Z</dcterms:created>
  <dcterms:modified xsi:type="dcterms:W3CDTF">2025-12-29T16:59:49Z</dcterms:modified>
</cp:coreProperties>
</file>